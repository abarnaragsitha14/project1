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69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52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2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6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6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3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85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9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10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7276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52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91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1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6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2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274" y="1040336"/>
            <a:ext cx="7080026" cy="1828801"/>
          </a:xfrm>
        </p:spPr>
        <p:txBody>
          <a:bodyPr>
            <a:normAutofit fontScale="90000"/>
          </a:bodyPr>
          <a:lstStyle/>
          <a:p>
            <a:r>
              <a:rPr lang="en-IN" noProof="1"/>
              <a:t>Employee Record Management System (ERMS)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2698289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IN" noProof="1"/>
              <a:t>Mini Project</a:t>
            </a:r>
            <a:br>
              <a:rPr lang="en-IN" noProof="1"/>
            </a:br>
            <a:r>
              <a:rPr lang="en-IN" noProof="1"/>
              <a:t>Presented by: Abarna Ragsitha </a:t>
            </a:r>
          </a:p>
          <a:p>
            <a:pPr>
              <a:defRPr sz="2200"/>
            </a:pPr>
            <a:r>
              <a:rPr lang="en-IN" noProof="1"/>
              <a:t>Reg no: 811324243003</a:t>
            </a:r>
            <a:br>
              <a:rPr lang="en-IN" noProof="1"/>
            </a:br>
            <a:r>
              <a:rPr lang="en-IN" noProof="1"/>
              <a:t>Department: B.tech Artificial Intelligence and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Python-based employee management application</a:t>
            </a:r>
            <a:br/>
            <a:r>
              <a:t>• Maintains employee records</a:t>
            </a:r>
            <a:br/>
            <a:r>
              <a:t>• Performs payroll calculations</a:t>
            </a:r>
            <a:br/>
            <a:r>
              <a:t>• Demonstrates Object-Oriented Programming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Manage employee records efficiently</a:t>
            </a:r>
            <a:br>
              <a:rPr dirty="0"/>
            </a:br>
            <a:r>
              <a:rPr dirty="0"/>
              <a:t>• Implement OOP concepts</a:t>
            </a:r>
            <a:br>
              <a:rPr dirty="0"/>
            </a:br>
            <a:r>
              <a:rPr dirty="0"/>
              <a:t>• Validate employee information</a:t>
            </a:r>
            <a:br>
              <a:rPr dirty="0"/>
            </a:br>
            <a:r>
              <a:rPr dirty="0"/>
              <a:t>• Generate payroll and </a:t>
            </a:r>
            <a:r>
              <a:rPr lang="en-IN" dirty="0"/>
              <a:t>Displays high paid employee.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</a:t>
            </a:r>
            <a:r>
              <a:rPr lang="en-IN" dirty="0"/>
              <a:t>Programming Language: </a:t>
            </a:r>
            <a:r>
              <a:rPr dirty="0"/>
              <a:t>Python</a:t>
            </a:r>
            <a:br>
              <a:rPr dirty="0"/>
            </a:br>
            <a:r>
              <a:rPr dirty="0"/>
              <a:t>• </a:t>
            </a:r>
            <a:r>
              <a:rPr lang="en-IN" dirty="0"/>
              <a:t>IDE: </a:t>
            </a:r>
            <a:r>
              <a:rPr dirty="0"/>
              <a:t>Visual Studio Code</a:t>
            </a:r>
            <a:br>
              <a:rPr dirty="0"/>
            </a:br>
            <a:r>
              <a:rPr dirty="0"/>
              <a:t>• </a:t>
            </a:r>
            <a:r>
              <a:rPr lang="en-IN" dirty="0"/>
              <a:t>Concepts used: </a:t>
            </a:r>
            <a:r>
              <a:rPr dirty="0"/>
              <a:t>Object-Oriented Programming</a:t>
            </a:r>
            <a:r>
              <a:rPr lang="en-IN" dirty="0"/>
              <a:t>n concepts (Abstraction ,Encapsulation , Polymorphism , Inheritance)</a:t>
            </a:r>
          </a:p>
          <a:p>
            <a:pPr marL="36900" indent="0">
              <a:buNone/>
              <a:defRPr sz="2200"/>
            </a:pP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Abstraction: Abstract Employee class</a:t>
            </a:r>
            <a:br>
              <a:rPr dirty="0"/>
            </a:br>
            <a:r>
              <a:rPr dirty="0"/>
              <a:t>Encapsulation: Private salary </a:t>
            </a:r>
            <a:r>
              <a:rPr lang="en-IN" dirty="0"/>
              <a:t>,</a:t>
            </a:r>
            <a:r>
              <a:rPr dirty="0"/>
              <a:t> employee ID</a:t>
            </a:r>
            <a:r>
              <a:rPr lang="en-IN" dirty="0"/>
              <a:t> and </a:t>
            </a:r>
            <a:r>
              <a:rPr lang="en-IN" dirty="0" err="1"/>
              <a:t>mailId</a:t>
            </a:r>
            <a:r>
              <a:rPr lang="en-IN" dirty="0"/>
              <a:t>.</a:t>
            </a:r>
            <a:br>
              <a:rPr dirty="0"/>
            </a:br>
            <a:r>
              <a:rPr dirty="0"/>
              <a:t>Inheritance: Employee</a:t>
            </a:r>
            <a:r>
              <a:rPr lang="en-IN" dirty="0"/>
              <a:t> </a:t>
            </a:r>
            <a:r>
              <a:rPr dirty="0"/>
              <a:t>Record inherits Employee</a:t>
            </a:r>
            <a:br>
              <a:rPr dirty="0"/>
            </a:br>
            <a:r>
              <a:rPr dirty="0"/>
              <a:t>Polymorphism: Overridden display() and salary calculation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Employee Management</a:t>
            </a:r>
            <a:br>
              <a:rPr dirty="0"/>
            </a:br>
            <a:r>
              <a:rPr dirty="0"/>
              <a:t>• Payroll Management</a:t>
            </a:r>
            <a:br>
              <a:rPr dirty="0"/>
            </a:br>
            <a:r>
              <a:rPr dirty="0"/>
              <a:t>• Validation Module</a:t>
            </a:r>
            <a:br>
              <a:rPr dirty="0"/>
            </a:br>
            <a:r>
              <a:rPr dirty="0"/>
              <a:t>• </a:t>
            </a:r>
            <a:r>
              <a:rPr lang="en-IN" dirty="0"/>
              <a:t>Highest Paid Employee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employee.py</a:t>
            </a:r>
            <a:br/>
            <a:r>
              <a:t>employee_record.py</a:t>
            </a:r>
            <a:br/>
            <a:r>
              <a:t>erm.py</a:t>
            </a:r>
            <a:br/>
            <a:r>
              <a:t>payroll.py</a:t>
            </a:r>
            <a:br/>
            <a:r>
              <a:t>validation.py</a:t>
            </a:r>
            <a:br/>
            <a:r>
              <a:t>main.py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Add, View, Update, Delete Employee</a:t>
            </a:r>
            <a:br>
              <a:rPr dirty="0"/>
            </a:br>
            <a:r>
              <a:rPr dirty="0"/>
              <a:t>• Search Employee</a:t>
            </a:r>
            <a:br>
              <a:rPr dirty="0"/>
            </a:br>
            <a:r>
              <a:rPr dirty="0"/>
              <a:t>• Payroll Calculation</a:t>
            </a:r>
            <a:br>
              <a:rPr dirty="0"/>
            </a:br>
            <a:r>
              <a:rPr dirty="0"/>
              <a:t>• Phone </a:t>
            </a:r>
            <a:r>
              <a:rPr lang="en-IN" dirty="0"/>
              <a:t>No</a:t>
            </a:r>
            <a:r>
              <a:rPr dirty="0"/>
              <a:t> Validation</a:t>
            </a:r>
            <a:br>
              <a:rPr dirty="0"/>
            </a:br>
            <a:r>
              <a:rPr dirty="0"/>
              <a:t>• Highest Paid Employee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 Menu → Employee Operations → Validation → Payroll</a:t>
            </a:r>
            <a:r>
              <a:rPr lang="en-IN" dirty="0"/>
              <a:t>Management</a:t>
            </a:r>
            <a:r>
              <a:rPr dirty="0"/>
              <a:t>→ Exit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User-friendly</a:t>
            </a:r>
            <a:br>
              <a:rPr dirty="0"/>
            </a:br>
            <a:r>
              <a:rPr lang="en-IN" dirty="0"/>
              <a:t>•</a:t>
            </a:r>
            <a:r>
              <a:rPr dirty="0"/>
              <a:t> Code reusability</a:t>
            </a:r>
            <a:br>
              <a:rPr dirty="0"/>
            </a:br>
            <a:r>
              <a:rPr dirty="0"/>
              <a:t>• Easy maintenance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successfully demonstrates Python OOP concepts while providing an efficient employee management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4A97E-EA6F-7465-B4CC-8ACA03F492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36D14-5B5C-815C-59CA-12DFBD19A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0314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25</TotalTime>
  <Words>259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Calisto MT</vt:lpstr>
      <vt:lpstr>Wingdings 2</vt:lpstr>
      <vt:lpstr>Slate</vt:lpstr>
      <vt:lpstr>Employee Record Management System (ERMS)</vt:lpstr>
      <vt:lpstr>Introduction</vt:lpstr>
      <vt:lpstr>Objectives</vt:lpstr>
      <vt:lpstr>Technologies Used</vt:lpstr>
      <vt:lpstr>OOP Concepts</vt:lpstr>
      <vt:lpstr>Modules</vt:lpstr>
      <vt:lpstr>Project Structure</vt:lpstr>
      <vt:lpstr>Features</vt:lpstr>
      <vt:lpstr>Workflow</vt:lpstr>
      <vt:lpstr>Advantages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Abarna R</cp:lastModifiedBy>
  <cp:revision>9</cp:revision>
  <dcterms:created xsi:type="dcterms:W3CDTF">2013-01-27T09:14:16Z</dcterms:created>
  <dcterms:modified xsi:type="dcterms:W3CDTF">2026-07-02T15:35:33Z</dcterms:modified>
  <cp:category/>
</cp:coreProperties>
</file>