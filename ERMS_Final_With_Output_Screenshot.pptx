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640080" y="-320040"/>
            <a:ext cx="2743200" cy="1554480"/>
          </a:xfrm>
          <a:prstGeom prst="arc">
            <a:avLst/>
          </a:prstGeom>
          <a:noFill/>
          <a:ln w="254000">
            <a:solidFill>
              <a:srgbClr val="D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228600" y="5715000"/>
            <a:ext cx="2926080" cy="1737360"/>
          </a:xfrm>
          <a:prstGeom prst="arc">
            <a:avLst/>
          </a:prstGeom>
          <a:noFill/>
          <a:ln w="254000">
            <a:solidFill>
              <a:srgbClr val="DB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875520" y="-91440"/>
            <a:ext cx="2651760" cy="1463040"/>
          </a:xfrm>
          <a:prstGeom prst="arc">
            <a:avLst/>
          </a:prstGeom>
          <a:noFill/>
          <a:ln w="254000">
            <a:solidFill>
              <a:srgbClr val="EC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9784080" y="5440680"/>
            <a:ext cx="2651760" cy="1554480"/>
          </a:xfrm>
          <a:prstGeom prst="arc">
            <a:avLst/>
          </a:prstGeom>
          <a:noFill/>
          <a:ln w="254000">
            <a:solidFill>
              <a:srgbClr val="E1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rc 5"/>
          <p:cNvSpPr/>
          <p:nvPr/>
        </p:nvSpPr>
        <p:spPr>
          <a:xfrm>
            <a:off x="-502920" y="-411480"/>
            <a:ext cx="4389120" cy="7498079"/>
          </a:xfrm>
          <a:prstGeom prst="arc">
            <a:avLst/>
          </a:prstGeom>
          <a:noFill/>
          <a:ln w="533400">
            <a:solidFill>
              <a:srgbClr val="246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rc 6"/>
          <p:cNvSpPr/>
          <p:nvPr/>
        </p:nvSpPr>
        <p:spPr>
          <a:xfrm>
            <a:off x="8458200" y="4663440"/>
            <a:ext cx="4297680" cy="2743200"/>
          </a:xfrm>
          <a:prstGeom prst="arc">
            <a:avLst/>
          </a:prstGeom>
          <a:noFill/>
          <a:ln w="431800">
            <a:solidFill>
              <a:srgbClr val="B9C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50292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398F"/>
                </a:solidFill>
                <a:latin typeface="Aptos Display"/>
              </a:rPr>
              <a:t>Employee Record</a:t>
            </a:r>
          </a:p>
          <a:p>
            <a:pPr algn="l"/>
            <a:r>
              <a:rPr sz="2800" b="1">
                <a:solidFill>
                  <a:srgbClr val="12398F"/>
                </a:solidFill>
                <a:latin typeface="Aptos Display"/>
              </a:rPr>
              <a:t>Management System</a:t>
            </a:r>
          </a:p>
          <a:p>
            <a:pPr algn="l"/>
            <a:r>
              <a:rPr sz="2600" b="1">
                <a:solidFill>
                  <a:srgbClr val="12398F"/>
                </a:solidFill>
                <a:latin typeface="Aptos Display"/>
              </a:rPr>
              <a:t>(ERMS)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084831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i="1"/>
            </a:pPr>
            <a:r>
              <a:rPr sz="2400" b="0">
                <a:solidFill>
                  <a:srgbClr val="E8407A"/>
                </a:solidFill>
                <a:latin typeface="Aptos"/>
              </a:rPr>
              <a:t>Mini Project</a:t>
            </a:r>
          </a:p>
        </p:txBody>
      </p:sp>
      <p:sp>
        <p:nvSpPr>
          <p:cNvPr id="10" name="Oval 9"/>
          <p:cNvSpPr/>
          <p:nvPr/>
        </p:nvSpPr>
        <p:spPr>
          <a:xfrm>
            <a:off x="621792" y="2807208"/>
            <a:ext cx="164592" cy="164592"/>
          </a:xfrm>
          <a:prstGeom prst="ellipse">
            <a:avLst/>
          </a:prstGeom>
          <a:solidFill>
            <a:srgbClr val="26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4480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13D"/>
                </a:solidFill>
                <a:latin typeface="Aptos"/>
              </a:rPr>
              <a:t>Presented by: Abarna Ragsitha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" y="3282696"/>
            <a:ext cx="164592" cy="164592"/>
          </a:xfrm>
          <a:prstGeom prst="ellipse">
            <a:avLst/>
          </a:prstGeom>
          <a:solidFill>
            <a:srgbClr val="26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218688"/>
            <a:ext cx="4480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13D"/>
                </a:solidFill>
                <a:latin typeface="Aptos"/>
              </a:rPr>
              <a:t>Reg no: 811324243003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" y="3758183"/>
            <a:ext cx="164592" cy="164592"/>
          </a:xfrm>
          <a:prstGeom prst="ellipse">
            <a:avLst/>
          </a:prstGeom>
          <a:solidFill>
            <a:srgbClr val="26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694176"/>
            <a:ext cx="4480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13D"/>
                </a:solidFill>
                <a:latin typeface="Aptos"/>
              </a:rPr>
              <a:t>Department: B.tech Artificial Intelligence and Data Science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920240"/>
            <a:ext cx="1280160" cy="2148840"/>
          </a:xfrm>
          <a:prstGeom prst="roundRect">
            <a:avLst/>
          </a:prstGeom>
          <a:solidFill>
            <a:srgbClr val="F0F5FF"/>
          </a:solidFill>
          <a:ln>
            <a:solidFill>
              <a:srgbClr val="4F7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03920" y="1691640"/>
            <a:ext cx="530352" cy="384048"/>
          </a:xfrm>
          <a:prstGeom prst="roundRect">
            <a:avLst/>
          </a:prstGeom>
          <a:solidFill>
            <a:srgbClr val="4F7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94192" y="2331720"/>
            <a:ext cx="292608" cy="292608"/>
          </a:xfrm>
          <a:prstGeom prst="ellipse">
            <a:avLst/>
          </a:prstGeom>
          <a:solidFill>
            <a:srgbClr val="619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778240" y="2395728"/>
            <a:ext cx="475488" cy="91440"/>
          </a:xfrm>
          <a:prstGeom prst="roundRect">
            <a:avLst/>
          </a:prstGeom>
          <a:solidFill>
            <a:srgbClr val="C6D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778240" y="2816352"/>
            <a:ext cx="475488" cy="91440"/>
          </a:xfrm>
          <a:prstGeom prst="roundRect">
            <a:avLst/>
          </a:prstGeom>
          <a:solidFill>
            <a:srgbClr val="C6D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778240" y="3127248"/>
            <a:ext cx="475488" cy="91440"/>
          </a:xfrm>
          <a:prstGeom prst="roundRect">
            <a:avLst/>
          </a:prstGeom>
          <a:solidFill>
            <a:srgbClr val="C6D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880360" y="457200"/>
            <a:ext cx="36576" cy="36576"/>
          </a:xfrm>
          <a:prstGeom prst="ellipse">
            <a:avLst/>
          </a:prstGeom>
          <a:solidFill>
            <a:srgbClr val="3E7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999232" y="457200"/>
            <a:ext cx="36576" cy="36576"/>
          </a:xfrm>
          <a:prstGeom prst="ellipse">
            <a:avLst/>
          </a:prstGeom>
          <a:solidFill>
            <a:srgbClr val="3E7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118104" y="457200"/>
            <a:ext cx="36576" cy="36576"/>
          </a:xfrm>
          <a:prstGeom prst="ellipse">
            <a:avLst/>
          </a:prstGeom>
          <a:solidFill>
            <a:srgbClr val="3E7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880360" y="576072"/>
            <a:ext cx="36576" cy="36576"/>
          </a:xfrm>
          <a:prstGeom prst="ellipse">
            <a:avLst/>
          </a:prstGeom>
          <a:solidFill>
            <a:srgbClr val="3E7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999232" y="576072"/>
            <a:ext cx="36576" cy="36576"/>
          </a:xfrm>
          <a:prstGeom prst="ellipse">
            <a:avLst/>
          </a:prstGeom>
          <a:solidFill>
            <a:srgbClr val="3E7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118104" y="576072"/>
            <a:ext cx="36576" cy="36576"/>
          </a:xfrm>
          <a:prstGeom prst="ellipse">
            <a:avLst/>
          </a:prstGeom>
          <a:solidFill>
            <a:srgbClr val="3E7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880360" y="694944"/>
            <a:ext cx="36576" cy="36576"/>
          </a:xfrm>
          <a:prstGeom prst="ellipse">
            <a:avLst/>
          </a:prstGeom>
          <a:solidFill>
            <a:srgbClr val="3E7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99232" y="694944"/>
            <a:ext cx="36576" cy="36576"/>
          </a:xfrm>
          <a:prstGeom prst="ellipse">
            <a:avLst/>
          </a:prstGeom>
          <a:solidFill>
            <a:srgbClr val="3E7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118104" y="694944"/>
            <a:ext cx="36576" cy="36576"/>
          </a:xfrm>
          <a:prstGeom prst="ellipse">
            <a:avLst/>
          </a:prstGeom>
          <a:solidFill>
            <a:srgbClr val="3E7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640080" y="-320040"/>
            <a:ext cx="2743200" cy="1554480"/>
          </a:xfrm>
          <a:prstGeom prst="arc">
            <a:avLst/>
          </a:prstGeom>
          <a:noFill/>
          <a:ln w="254000">
            <a:solidFill>
              <a:srgbClr val="D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228600" y="5715000"/>
            <a:ext cx="2926080" cy="1737360"/>
          </a:xfrm>
          <a:prstGeom prst="arc">
            <a:avLst/>
          </a:prstGeom>
          <a:noFill/>
          <a:ln w="254000">
            <a:solidFill>
              <a:srgbClr val="DB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875520" y="-91440"/>
            <a:ext cx="2651760" cy="1463040"/>
          </a:xfrm>
          <a:prstGeom prst="arc">
            <a:avLst/>
          </a:prstGeom>
          <a:noFill/>
          <a:ln w="254000">
            <a:solidFill>
              <a:srgbClr val="EC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9784080" y="5440680"/>
            <a:ext cx="2651760" cy="1554480"/>
          </a:xfrm>
          <a:prstGeom prst="arc">
            <a:avLst/>
          </a:prstGeom>
          <a:noFill/>
          <a:ln w="254000">
            <a:solidFill>
              <a:srgbClr val="E1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20040" y="256032"/>
            <a:ext cx="457200" cy="457200"/>
          </a:xfrm>
          <a:prstGeom prst="ellipse">
            <a:avLst/>
          </a:prstGeom>
          <a:solidFill>
            <a:srgbClr val="7249C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4320"/>
            <a:ext cx="2148840" cy="384048"/>
          </a:xfrm>
          <a:prstGeom prst="roundRect">
            <a:avLst/>
          </a:prstGeom>
          <a:solidFill>
            <a:srgbClr val="724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8" name="Oval 7"/>
          <p:cNvSpPr/>
          <p:nvPr/>
        </p:nvSpPr>
        <p:spPr>
          <a:xfrm>
            <a:off x="11109960" y="329184"/>
            <a:ext cx="36576" cy="36576"/>
          </a:xfrm>
          <a:prstGeom prst="ellipse">
            <a:avLst/>
          </a:prstGeom>
          <a:solidFill>
            <a:srgbClr val="724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228832" y="329184"/>
            <a:ext cx="36576" cy="36576"/>
          </a:xfrm>
          <a:prstGeom prst="ellipse">
            <a:avLst/>
          </a:prstGeom>
          <a:solidFill>
            <a:srgbClr val="724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47704" y="329184"/>
            <a:ext cx="36576" cy="36576"/>
          </a:xfrm>
          <a:prstGeom prst="ellipse">
            <a:avLst/>
          </a:prstGeom>
          <a:solidFill>
            <a:srgbClr val="724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09960" y="448056"/>
            <a:ext cx="36576" cy="36576"/>
          </a:xfrm>
          <a:prstGeom prst="ellipse">
            <a:avLst/>
          </a:prstGeom>
          <a:solidFill>
            <a:srgbClr val="724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228832" y="448056"/>
            <a:ext cx="36576" cy="36576"/>
          </a:xfrm>
          <a:prstGeom prst="ellipse">
            <a:avLst/>
          </a:prstGeom>
          <a:solidFill>
            <a:srgbClr val="724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347704" y="448056"/>
            <a:ext cx="36576" cy="36576"/>
          </a:xfrm>
          <a:prstGeom prst="ellipse">
            <a:avLst/>
          </a:prstGeom>
          <a:solidFill>
            <a:srgbClr val="724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09960" y="566928"/>
            <a:ext cx="36576" cy="36576"/>
          </a:xfrm>
          <a:prstGeom prst="ellipse">
            <a:avLst/>
          </a:prstGeom>
          <a:solidFill>
            <a:srgbClr val="724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228832" y="566928"/>
            <a:ext cx="36576" cy="36576"/>
          </a:xfrm>
          <a:prstGeom prst="ellipse">
            <a:avLst/>
          </a:prstGeom>
          <a:solidFill>
            <a:srgbClr val="724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47704" y="566928"/>
            <a:ext cx="36576" cy="36576"/>
          </a:xfrm>
          <a:prstGeom prst="ellipse">
            <a:avLst/>
          </a:prstGeom>
          <a:solidFill>
            <a:srgbClr val="724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4360" y="1325880"/>
            <a:ext cx="26060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8680" y="1783080"/>
            <a:ext cx="1874519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24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33271" y="1947672"/>
            <a:ext cx="1162202" cy="219456"/>
          </a:xfrm>
          <a:prstGeom prst="roundRect">
            <a:avLst/>
          </a:prstGeom>
          <a:solidFill>
            <a:srgbClr val="724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69848" y="2331720"/>
            <a:ext cx="219456" cy="219456"/>
          </a:xfrm>
          <a:prstGeom prst="ellipse">
            <a:avLst/>
          </a:prstGeom>
          <a:solidFill>
            <a:srgbClr val="84A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344168" y="2350008"/>
            <a:ext cx="974750" cy="146304"/>
          </a:xfrm>
          <a:prstGeom prst="roundRect">
            <a:avLst/>
          </a:prstGeom>
          <a:solidFill>
            <a:srgbClr val="E5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69848" y="2834639"/>
            <a:ext cx="219456" cy="219456"/>
          </a:xfrm>
          <a:prstGeom prst="ellipse">
            <a:avLst/>
          </a:prstGeom>
          <a:solidFill>
            <a:srgbClr val="84A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344168" y="2852928"/>
            <a:ext cx="974750" cy="146304"/>
          </a:xfrm>
          <a:prstGeom prst="roundRect">
            <a:avLst/>
          </a:prstGeom>
          <a:solidFill>
            <a:srgbClr val="E5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69848" y="3337560"/>
            <a:ext cx="219456" cy="219456"/>
          </a:xfrm>
          <a:prstGeom prst="ellipse">
            <a:avLst/>
          </a:prstGeom>
          <a:solidFill>
            <a:srgbClr val="84A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344168" y="3355848"/>
            <a:ext cx="974750" cy="146304"/>
          </a:xfrm>
          <a:prstGeom prst="roundRect">
            <a:avLst/>
          </a:prstGeom>
          <a:solidFill>
            <a:srgbClr val="E5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97480" y="3063240"/>
            <a:ext cx="164592" cy="164592"/>
          </a:xfrm>
          <a:prstGeom prst="ellipse">
            <a:avLst/>
          </a:prstGeom>
          <a:solidFill>
            <a:srgbClr val="724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880360" y="3273552"/>
            <a:ext cx="109728" cy="109728"/>
          </a:xfrm>
          <a:prstGeom prst="ellipse">
            <a:avLst/>
          </a:prstGeom>
          <a:solidFill>
            <a:srgbClr val="724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770632" y="3511296"/>
            <a:ext cx="91440" cy="91440"/>
          </a:xfrm>
          <a:prstGeom prst="ellipse">
            <a:avLst/>
          </a:prstGeom>
          <a:solidFill>
            <a:srgbClr val="724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29000" y="16002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900">
                <a:solidFill>
                  <a:srgbClr val="15213D"/>
                </a:solidFill>
                <a:latin typeface="Aptos"/>
              </a:rPr>
              <a:t>• Python-based employee management application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15213D"/>
                </a:solidFill>
                <a:latin typeface="Aptos"/>
              </a:rPr>
              <a:t>• Maintains employee records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15213D"/>
                </a:solidFill>
                <a:latin typeface="Aptos"/>
              </a:rPr>
              <a:t>• Performs payroll calculations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15213D"/>
                </a:solidFill>
                <a:latin typeface="Aptos"/>
              </a:rPr>
              <a:t>• Demonstrates Object-Oriented Programming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640080" y="-320040"/>
            <a:ext cx="2743200" cy="1554480"/>
          </a:xfrm>
          <a:prstGeom prst="arc">
            <a:avLst/>
          </a:prstGeom>
          <a:noFill/>
          <a:ln w="254000">
            <a:solidFill>
              <a:srgbClr val="D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228600" y="5715000"/>
            <a:ext cx="2926080" cy="1737360"/>
          </a:xfrm>
          <a:prstGeom prst="arc">
            <a:avLst/>
          </a:prstGeom>
          <a:noFill/>
          <a:ln w="254000">
            <a:solidFill>
              <a:srgbClr val="DB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875520" y="-91440"/>
            <a:ext cx="2651760" cy="1463040"/>
          </a:xfrm>
          <a:prstGeom prst="arc">
            <a:avLst/>
          </a:prstGeom>
          <a:noFill/>
          <a:ln w="254000">
            <a:solidFill>
              <a:srgbClr val="EC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9784080" y="5440680"/>
            <a:ext cx="2651760" cy="1554480"/>
          </a:xfrm>
          <a:prstGeom prst="arc">
            <a:avLst/>
          </a:prstGeom>
          <a:noFill/>
          <a:ln w="254000">
            <a:solidFill>
              <a:srgbClr val="E1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20040" y="256032"/>
            <a:ext cx="457200" cy="457200"/>
          </a:xfrm>
          <a:prstGeom prst="ellipse">
            <a:avLst/>
          </a:prstGeom>
          <a:solidFill>
            <a:srgbClr val="F57E2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4320"/>
            <a:ext cx="2148840" cy="384048"/>
          </a:xfrm>
          <a:prstGeom prst="roundRect">
            <a:avLst/>
          </a:prstGeom>
          <a:solidFill>
            <a:srgbClr val="F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8" name="Oval 7"/>
          <p:cNvSpPr/>
          <p:nvPr/>
        </p:nvSpPr>
        <p:spPr>
          <a:xfrm>
            <a:off x="11109960" y="329184"/>
            <a:ext cx="36576" cy="36576"/>
          </a:xfrm>
          <a:prstGeom prst="ellipse">
            <a:avLst/>
          </a:prstGeom>
          <a:solidFill>
            <a:srgbClr val="F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228832" y="329184"/>
            <a:ext cx="36576" cy="36576"/>
          </a:xfrm>
          <a:prstGeom prst="ellipse">
            <a:avLst/>
          </a:prstGeom>
          <a:solidFill>
            <a:srgbClr val="F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47704" y="329184"/>
            <a:ext cx="36576" cy="36576"/>
          </a:xfrm>
          <a:prstGeom prst="ellipse">
            <a:avLst/>
          </a:prstGeom>
          <a:solidFill>
            <a:srgbClr val="F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09960" y="448056"/>
            <a:ext cx="36576" cy="36576"/>
          </a:xfrm>
          <a:prstGeom prst="ellipse">
            <a:avLst/>
          </a:prstGeom>
          <a:solidFill>
            <a:srgbClr val="F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228832" y="448056"/>
            <a:ext cx="36576" cy="36576"/>
          </a:xfrm>
          <a:prstGeom prst="ellipse">
            <a:avLst/>
          </a:prstGeom>
          <a:solidFill>
            <a:srgbClr val="F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347704" y="448056"/>
            <a:ext cx="36576" cy="36576"/>
          </a:xfrm>
          <a:prstGeom prst="ellipse">
            <a:avLst/>
          </a:prstGeom>
          <a:solidFill>
            <a:srgbClr val="F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09960" y="566928"/>
            <a:ext cx="36576" cy="36576"/>
          </a:xfrm>
          <a:prstGeom prst="ellipse">
            <a:avLst/>
          </a:prstGeom>
          <a:solidFill>
            <a:srgbClr val="F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228832" y="566928"/>
            <a:ext cx="36576" cy="36576"/>
          </a:xfrm>
          <a:prstGeom prst="ellipse">
            <a:avLst/>
          </a:prstGeom>
          <a:solidFill>
            <a:srgbClr val="F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47704" y="566928"/>
            <a:ext cx="36576" cy="36576"/>
          </a:xfrm>
          <a:prstGeom prst="ellipse">
            <a:avLst/>
          </a:prstGeom>
          <a:solidFill>
            <a:srgbClr val="F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1554480"/>
            <a:ext cx="10058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900">
                <a:solidFill>
                  <a:srgbClr val="15213D"/>
                </a:solidFill>
                <a:latin typeface="Aptos"/>
              </a:rPr>
              <a:t>• Manage employee records efficiently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15213D"/>
                </a:solidFill>
                <a:latin typeface="Aptos"/>
              </a:rPr>
              <a:t>• Implement OOP concepts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15213D"/>
                </a:solidFill>
                <a:latin typeface="Aptos"/>
              </a:rPr>
              <a:t>• Validate employee information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15213D"/>
                </a:solidFill>
                <a:latin typeface="Aptos"/>
              </a:rPr>
              <a:t>• Generate payroll and Displays high paid employee.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640080" y="-320040"/>
            <a:ext cx="2743200" cy="1554480"/>
          </a:xfrm>
          <a:prstGeom prst="arc">
            <a:avLst/>
          </a:prstGeom>
          <a:noFill/>
          <a:ln w="254000">
            <a:solidFill>
              <a:srgbClr val="D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228600" y="5715000"/>
            <a:ext cx="2926080" cy="1737360"/>
          </a:xfrm>
          <a:prstGeom prst="arc">
            <a:avLst/>
          </a:prstGeom>
          <a:noFill/>
          <a:ln w="254000">
            <a:solidFill>
              <a:srgbClr val="DB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875520" y="-91440"/>
            <a:ext cx="2651760" cy="1463040"/>
          </a:xfrm>
          <a:prstGeom prst="arc">
            <a:avLst/>
          </a:prstGeom>
          <a:noFill/>
          <a:ln w="254000">
            <a:solidFill>
              <a:srgbClr val="EC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9784080" y="5440680"/>
            <a:ext cx="2651760" cy="1554480"/>
          </a:xfrm>
          <a:prstGeom prst="arc">
            <a:avLst/>
          </a:prstGeom>
          <a:noFill/>
          <a:ln w="254000">
            <a:solidFill>
              <a:srgbClr val="E1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20040" y="256032"/>
            <a:ext cx="457200" cy="457200"/>
          </a:xfrm>
          <a:prstGeom prst="ellipse">
            <a:avLst/>
          </a:prstGeom>
          <a:solidFill>
            <a:srgbClr val="2AA95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4320"/>
            <a:ext cx="2148840" cy="384048"/>
          </a:xfrm>
          <a:prstGeom prst="roundRect">
            <a:avLst/>
          </a:prstGeom>
          <a:solidFill>
            <a:srgbClr val="2AA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8" name="Oval 7"/>
          <p:cNvSpPr/>
          <p:nvPr/>
        </p:nvSpPr>
        <p:spPr>
          <a:xfrm>
            <a:off x="11109960" y="329184"/>
            <a:ext cx="36576" cy="36576"/>
          </a:xfrm>
          <a:prstGeom prst="ellipse">
            <a:avLst/>
          </a:prstGeom>
          <a:solidFill>
            <a:srgbClr val="2AA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228832" y="329184"/>
            <a:ext cx="36576" cy="36576"/>
          </a:xfrm>
          <a:prstGeom prst="ellipse">
            <a:avLst/>
          </a:prstGeom>
          <a:solidFill>
            <a:srgbClr val="2AA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47704" y="329184"/>
            <a:ext cx="36576" cy="36576"/>
          </a:xfrm>
          <a:prstGeom prst="ellipse">
            <a:avLst/>
          </a:prstGeom>
          <a:solidFill>
            <a:srgbClr val="2AA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09960" y="448056"/>
            <a:ext cx="36576" cy="36576"/>
          </a:xfrm>
          <a:prstGeom prst="ellipse">
            <a:avLst/>
          </a:prstGeom>
          <a:solidFill>
            <a:srgbClr val="2AA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228832" y="448056"/>
            <a:ext cx="36576" cy="36576"/>
          </a:xfrm>
          <a:prstGeom prst="ellipse">
            <a:avLst/>
          </a:prstGeom>
          <a:solidFill>
            <a:srgbClr val="2AA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347704" y="448056"/>
            <a:ext cx="36576" cy="36576"/>
          </a:xfrm>
          <a:prstGeom prst="ellipse">
            <a:avLst/>
          </a:prstGeom>
          <a:solidFill>
            <a:srgbClr val="2AA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09960" y="566928"/>
            <a:ext cx="36576" cy="36576"/>
          </a:xfrm>
          <a:prstGeom prst="ellipse">
            <a:avLst/>
          </a:prstGeom>
          <a:solidFill>
            <a:srgbClr val="2AA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228832" y="566928"/>
            <a:ext cx="36576" cy="36576"/>
          </a:xfrm>
          <a:prstGeom prst="ellipse">
            <a:avLst/>
          </a:prstGeom>
          <a:solidFill>
            <a:srgbClr val="2AA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47704" y="566928"/>
            <a:ext cx="36576" cy="36576"/>
          </a:xfrm>
          <a:prstGeom prst="ellipse">
            <a:avLst/>
          </a:prstGeom>
          <a:solidFill>
            <a:srgbClr val="2AA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4360" y="1325880"/>
            <a:ext cx="26060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8680" y="1783080"/>
            <a:ext cx="1874519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A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33271" y="1947672"/>
            <a:ext cx="1162202" cy="219456"/>
          </a:xfrm>
          <a:prstGeom prst="roundRect">
            <a:avLst/>
          </a:prstGeom>
          <a:solidFill>
            <a:srgbClr val="2AA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69848" y="2331720"/>
            <a:ext cx="219456" cy="219456"/>
          </a:xfrm>
          <a:prstGeom prst="ellipse">
            <a:avLst/>
          </a:prstGeom>
          <a:solidFill>
            <a:srgbClr val="84A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344168" y="2350008"/>
            <a:ext cx="974750" cy="146304"/>
          </a:xfrm>
          <a:prstGeom prst="roundRect">
            <a:avLst/>
          </a:prstGeom>
          <a:solidFill>
            <a:srgbClr val="E5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69848" y="2834639"/>
            <a:ext cx="219456" cy="219456"/>
          </a:xfrm>
          <a:prstGeom prst="ellipse">
            <a:avLst/>
          </a:prstGeom>
          <a:solidFill>
            <a:srgbClr val="84A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344168" y="2852928"/>
            <a:ext cx="974750" cy="146304"/>
          </a:xfrm>
          <a:prstGeom prst="roundRect">
            <a:avLst/>
          </a:prstGeom>
          <a:solidFill>
            <a:srgbClr val="E5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69848" y="3337560"/>
            <a:ext cx="219456" cy="219456"/>
          </a:xfrm>
          <a:prstGeom prst="ellipse">
            <a:avLst/>
          </a:prstGeom>
          <a:solidFill>
            <a:srgbClr val="84A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344168" y="3355848"/>
            <a:ext cx="974750" cy="146304"/>
          </a:xfrm>
          <a:prstGeom prst="roundRect">
            <a:avLst/>
          </a:prstGeom>
          <a:solidFill>
            <a:srgbClr val="E5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97480" y="3063240"/>
            <a:ext cx="164592" cy="164592"/>
          </a:xfrm>
          <a:prstGeom prst="ellipse">
            <a:avLst/>
          </a:prstGeom>
          <a:solidFill>
            <a:srgbClr val="2AA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880360" y="3273552"/>
            <a:ext cx="109728" cy="109728"/>
          </a:xfrm>
          <a:prstGeom prst="ellipse">
            <a:avLst/>
          </a:prstGeom>
          <a:solidFill>
            <a:srgbClr val="2AA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770632" y="3511296"/>
            <a:ext cx="91440" cy="91440"/>
          </a:xfrm>
          <a:prstGeom prst="ellipse">
            <a:avLst/>
          </a:prstGeom>
          <a:solidFill>
            <a:srgbClr val="2AA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29000" y="16002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900">
                <a:solidFill>
                  <a:srgbClr val="15213D"/>
                </a:solidFill>
                <a:latin typeface="Aptos"/>
              </a:rPr>
              <a:t>• Programming Language: Python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15213D"/>
                </a:solidFill>
                <a:latin typeface="Aptos"/>
              </a:rPr>
              <a:t>• IDE: Visual Studio Code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15213D"/>
                </a:solidFill>
                <a:latin typeface="Aptos"/>
              </a:rPr>
              <a:t>• Concepts used: Object-Oriented Programming concepts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15213D"/>
                </a:solidFill>
                <a:latin typeface="Aptos"/>
              </a:rPr>
              <a:t>• (Abstraction, Encapsulation, Polymorphism, Inheritance)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640080" y="-320040"/>
            <a:ext cx="2743200" cy="1554480"/>
          </a:xfrm>
          <a:prstGeom prst="arc">
            <a:avLst/>
          </a:prstGeom>
          <a:noFill/>
          <a:ln w="254000">
            <a:solidFill>
              <a:srgbClr val="D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228600" y="5715000"/>
            <a:ext cx="2926080" cy="1737360"/>
          </a:xfrm>
          <a:prstGeom prst="arc">
            <a:avLst/>
          </a:prstGeom>
          <a:noFill/>
          <a:ln w="254000">
            <a:solidFill>
              <a:srgbClr val="DB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875520" y="-91440"/>
            <a:ext cx="2651760" cy="1463040"/>
          </a:xfrm>
          <a:prstGeom prst="arc">
            <a:avLst/>
          </a:prstGeom>
          <a:noFill/>
          <a:ln w="254000">
            <a:solidFill>
              <a:srgbClr val="EC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9784080" y="5440680"/>
            <a:ext cx="2651760" cy="1554480"/>
          </a:xfrm>
          <a:prstGeom prst="arc">
            <a:avLst/>
          </a:prstGeom>
          <a:noFill/>
          <a:ln w="254000">
            <a:solidFill>
              <a:srgbClr val="E1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20040" y="256032"/>
            <a:ext cx="457200" cy="457200"/>
          </a:xfrm>
          <a:prstGeom prst="ellipse">
            <a:avLst/>
          </a:prstGeom>
          <a:solidFill>
            <a:srgbClr val="2E72D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4320"/>
            <a:ext cx="2148840" cy="384048"/>
          </a:xfrm>
          <a:prstGeom prst="roundRect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OOP CONCEPTS</a:t>
            </a:r>
          </a:p>
        </p:txBody>
      </p:sp>
      <p:sp>
        <p:nvSpPr>
          <p:cNvPr id="8" name="Oval 7"/>
          <p:cNvSpPr/>
          <p:nvPr/>
        </p:nvSpPr>
        <p:spPr>
          <a:xfrm>
            <a:off x="11109960" y="329184"/>
            <a:ext cx="36576" cy="36576"/>
          </a:xfrm>
          <a:prstGeom prst="ellipse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228832" y="329184"/>
            <a:ext cx="36576" cy="36576"/>
          </a:xfrm>
          <a:prstGeom prst="ellipse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47704" y="329184"/>
            <a:ext cx="36576" cy="36576"/>
          </a:xfrm>
          <a:prstGeom prst="ellipse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09960" y="448056"/>
            <a:ext cx="36576" cy="36576"/>
          </a:xfrm>
          <a:prstGeom prst="ellipse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228832" y="448056"/>
            <a:ext cx="36576" cy="36576"/>
          </a:xfrm>
          <a:prstGeom prst="ellipse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347704" y="448056"/>
            <a:ext cx="36576" cy="36576"/>
          </a:xfrm>
          <a:prstGeom prst="ellipse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09960" y="566928"/>
            <a:ext cx="36576" cy="36576"/>
          </a:xfrm>
          <a:prstGeom prst="ellipse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228832" y="566928"/>
            <a:ext cx="36576" cy="36576"/>
          </a:xfrm>
          <a:prstGeom prst="ellipse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47704" y="566928"/>
            <a:ext cx="36576" cy="36576"/>
          </a:xfrm>
          <a:prstGeom prst="ellipse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2920" y="1508760"/>
            <a:ext cx="5257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368" y="1618488"/>
            <a:ext cx="384048" cy="384048"/>
          </a:xfrm>
          <a:prstGeom prst="ellipse">
            <a:avLst/>
          </a:prstGeom>
          <a:solidFill>
            <a:srgbClr val="6A4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1636776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5213D"/>
                </a:solidFill>
                <a:latin typeface="Aptos"/>
              </a:rPr>
              <a:t>Abstraction: Abstract Employee 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331720"/>
            <a:ext cx="5257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8368" y="2441448"/>
            <a:ext cx="384048" cy="384048"/>
          </a:xfrm>
          <a:prstGeom prst="ellipse">
            <a:avLst/>
          </a:prstGeom>
          <a:solidFill>
            <a:srgbClr val="3EA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2459736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5213D"/>
                </a:solidFill>
                <a:latin typeface="Aptos"/>
              </a:rPr>
              <a:t>Encapsulation: Private salary, employee ID and mailId.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154679"/>
            <a:ext cx="5257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8368" y="3264408"/>
            <a:ext cx="384048" cy="384048"/>
          </a:xfrm>
          <a:prstGeom prst="ellipse">
            <a:avLst/>
          </a:prstGeom>
          <a:solidFill>
            <a:srgbClr val="F89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282696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5213D"/>
                </a:solidFill>
                <a:latin typeface="Aptos"/>
              </a:rPr>
              <a:t>Inheritance: Employee Record inherits Employee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977639"/>
            <a:ext cx="5257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58368" y="4087368"/>
            <a:ext cx="384048" cy="384048"/>
          </a:xfrm>
          <a:prstGeom prst="ellipse">
            <a:avLst/>
          </a:prstGeom>
          <a:solidFill>
            <a:srgbClr val="EA4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105655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5213D"/>
                </a:solidFill>
                <a:latin typeface="Aptos"/>
              </a:rPr>
              <a:t>Polymorphism: Overridden display() and salary calculation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640080" y="-320040"/>
            <a:ext cx="2743200" cy="1554480"/>
          </a:xfrm>
          <a:prstGeom prst="arc">
            <a:avLst/>
          </a:prstGeom>
          <a:noFill/>
          <a:ln w="254000">
            <a:solidFill>
              <a:srgbClr val="D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228600" y="5715000"/>
            <a:ext cx="2926080" cy="1737360"/>
          </a:xfrm>
          <a:prstGeom prst="arc">
            <a:avLst/>
          </a:prstGeom>
          <a:noFill/>
          <a:ln w="254000">
            <a:solidFill>
              <a:srgbClr val="DB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875520" y="-91440"/>
            <a:ext cx="2651760" cy="1463040"/>
          </a:xfrm>
          <a:prstGeom prst="arc">
            <a:avLst/>
          </a:prstGeom>
          <a:noFill/>
          <a:ln w="254000">
            <a:solidFill>
              <a:srgbClr val="EC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9784080" y="5440680"/>
            <a:ext cx="2651760" cy="1554480"/>
          </a:xfrm>
          <a:prstGeom prst="arc">
            <a:avLst/>
          </a:prstGeom>
          <a:noFill/>
          <a:ln w="254000">
            <a:solidFill>
              <a:srgbClr val="E1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20040" y="256032"/>
            <a:ext cx="457200" cy="457200"/>
          </a:xfrm>
          <a:prstGeom prst="ellipse">
            <a:avLst/>
          </a:prstGeom>
          <a:solidFill>
            <a:srgbClr val="EC4D8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4320"/>
            <a:ext cx="2148840" cy="384048"/>
          </a:xfrm>
          <a:prstGeom prst="roundRect">
            <a:avLst/>
          </a:prstGeom>
          <a:solidFill>
            <a:srgbClr val="EC4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sp>
        <p:nvSpPr>
          <p:cNvPr id="8" name="Oval 7"/>
          <p:cNvSpPr/>
          <p:nvPr/>
        </p:nvSpPr>
        <p:spPr>
          <a:xfrm>
            <a:off x="11109960" y="329184"/>
            <a:ext cx="36576" cy="36576"/>
          </a:xfrm>
          <a:prstGeom prst="ellipse">
            <a:avLst/>
          </a:prstGeom>
          <a:solidFill>
            <a:srgbClr val="EC4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228832" y="329184"/>
            <a:ext cx="36576" cy="36576"/>
          </a:xfrm>
          <a:prstGeom prst="ellipse">
            <a:avLst/>
          </a:prstGeom>
          <a:solidFill>
            <a:srgbClr val="EC4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47704" y="329184"/>
            <a:ext cx="36576" cy="36576"/>
          </a:xfrm>
          <a:prstGeom prst="ellipse">
            <a:avLst/>
          </a:prstGeom>
          <a:solidFill>
            <a:srgbClr val="EC4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09960" y="448056"/>
            <a:ext cx="36576" cy="36576"/>
          </a:xfrm>
          <a:prstGeom prst="ellipse">
            <a:avLst/>
          </a:prstGeom>
          <a:solidFill>
            <a:srgbClr val="EC4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228832" y="448056"/>
            <a:ext cx="36576" cy="36576"/>
          </a:xfrm>
          <a:prstGeom prst="ellipse">
            <a:avLst/>
          </a:prstGeom>
          <a:solidFill>
            <a:srgbClr val="EC4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347704" y="448056"/>
            <a:ext cx="36576" cy="36576"/>
          </a:xfrm>
          <a:prstGeom prst="ellipse">
            <a:avLst/>
          </a:prstGeom>
          <a:solidFill>
            <a:srgbClr val="EC4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09960" y="566928"/>
            <a:ext cx="36576" cy="36576"/>
          </a:xfrm>
          <a:prstGeom prst="ellipse">
            <a:avLst/>
          </a:prstGeom>
          <a:solidFill>
            <a:srgbClr val="EC4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228832" y="566928"/>
            <a:ext cx="36576" cy="36576"/>
          </a:xfrm>
          <a:prstGeom prst="ellipse">
            <a:avLst/>
          </a:prstGeom>
          <a:solidFill>
            <a:srgbClr val="EC4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47704" y="566928"/>
            <a:ext cx="36576" cy="36576"/>
          </a:xfrm>
          <a:prstGeom prst="ellipse">
            <a:avLst/>
          </a:prstGeom>
          <a:solidFill>
            <a:srgbClr val="EC4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7240" y="1783080"/>
            <a:ext cx="14173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2C6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234440" y="2057400"/>
            <a:ext cx="502920" cy="502920"/>
          </a:xfrm>
          <a:prstGeom prst="ellipse">
            <a:avLst/>
          </a:prstGeom>
          <a:solidFill>
            <a:srgbClr val="2C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788920"/>
            <a:ext cx="1097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5213D"/>
                </a:solidFill>
                <a:latin typeface="Aptos"/>
              </a:rPr>
              <a:t>Employee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1783080"/>
            <a:ext cx="14173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5EA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246120" y="2057400"/>
            <a:ext cx="502920" cy="502920"/>
          </a:xfrm>
          <a:prstGeom prst="ellipse">
            <a:avLst/>
          </a:prstGeom>
          <a:solidFill>
            <a:srgbClr val="5EA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2788920"/>
            <a:ext cx="1097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5213D"/>
                </a:solidFill>
                <a:latin typeface="Aptos"/>
              </a:rPr>
              <a:t>Payroll 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0" y="1783080"/>
            <a:ext cx="14173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F58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257800" y="2057400"/>
            <a:ext cx="502920" cy="502920"/>
          </a:xfrm>
          <a:prstGeom prst="ellipse">
            <a:avLst/>
          </a:prstGeom>
          <a:solidFill>
            <a:srgbClr val="F58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6048" y="2788920"/>
            <a:ext cx="1097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5213D"/>
                </a:solidFill>
                <a:latin typeface="Aptos"/>
              </a:rPr>
              <a:t>Validation Module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1783080"/>
            <a:ext cx="14173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744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269480" y="2057400"/>
            <a:ext cx="502920" cy="502920"/>
          </a:xfrm>
          <a:prstGeom prst="ellipse">
            <a:avLst/>
          </a:prstGeom>
          <a:solidFill>
            <a:srgbClr val="744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2788920"/>
            <a:ext cx="1097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5213D"/>
                </a:solidFill>
                <a:latin typeface="Aptos"/>
              </a:rPr>
              <a:t>Highest Paid Employee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0" y="4297680"/>
            <a:ext cx="54864" cy="54864"/>
          </a:xfrm>
          <a:prstGeom prst="ellipse">
            <a:avLst/>
          </a:prstGeom>
          <a:solidFill>
            <a:srgbClr val="EC4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718304" y="4297680"/>
            <a:ext cx="54864" cy="54864"/>
          </a:xfrm>
          <a:prstGeom prst="ellipse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864608" y="4297680"/>
            <a:ext cx="54864" cy="54864"/>
          </a:xfrm>
          <a:prstGeom prst="ellipse">
            <a:avLst/>
          </a:prstGeom>
          <a:solidFill>
            <a:srgbClr val="2AA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010912" y="4297680"/>
            <a:ext cx="54864" cy="54864"/>
          </a:xfrm>
          <a:prstGeom prst="ellipse">
            <a:avLst/>
          </a:prstGeom>
          <a:solidFill>
            <a:srgbClr val="F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640080" y="-320040"/>
            <a:ext cx="2743200" cy="1554480"/>
          </a:xfrm>
          <a:prstGeom prst="arc">
            <a:avLst/>
          </a:prstGeom>
          <a:noFill/>
          <a:ln w="254000">
            <a:solidFill>
              <a:srgbClr val="D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228600" y="5715000"/>
            <a:ext cx="2926080" cy="1737360"/>
          </a:xfrm>
          <a:prstGeom prst="arc">
            <a:avLst/>
          </a:prstGeom>
          <a:noFill/>
          <a:ln w="254000">
            <a:solidFill>
              <a:srgbClr val="DB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875520" y="-91440"/>
            <a:ext cx="2651760" cy="1463040"/>
          </a:xfrm>
          <a:prstGeom prst="arc">
            <a:avLst/>
          </a:prstGeom>
          <a:noFill/>
          <a:ln w="254000">
            <a:solidFill>
              <a:srgbClr val="EC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9784080" y="5440680"/>
            <a:ext cx="2651760" cy="1554480"/>
          </a:xfrm>
          <a:prstGeom prst="arc">
            <a:avLst/>
          </a:prstGeom>
          <a:noFill/>
          <a:ln w="254000">
            <a:solidFill>
              <a:srgbClr val="E1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20040" y="256032"/>
            <a:ext cx="457200" cy="457200"/>
          </a:xfrm>
          <a:prstGeom prst="ellipse">
            <a:avLst/>
          </a:prstGeom>
          <a:solidFill>
            <a:srgbClr val="0AB2C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4320"/>
            <a:ext cx="2148840" cy="384048"/>
          </a:xfrm>
          <a:prstGeom prst="roundRect">
            <a:avLst/>
          </a:prstGeom>
          <a:solidFill>
            <a:srgbClr val="0A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PROJECT STRUCTURE</a:t>
            </a:r>
          </a:p>
        </p:txBody>
      </p:sp>
      <p:sp>
        <p:nvSpPr>
          <p:cNvPr id="8" name="Oval 7"/>
          <p:cNvSpPr/>
          <p:nvPr/>
        </p:nvSpPr>
        <p:spPr>
          <a:xfrm>
            <a:off x="11109960" y="329184"/>
            <a:ext cx="36576" cy="36576"/>
          </a:xfrm>
          <a:prstGeom prst="ellipse">
            <a:avLst/>
          </a:prstGeom>
          <a:solidFill>
            <a:srgbClr val="0A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228832" y="329184"/>
            <a:ext cx="36576" cy="36576"/>
          </a:xfrm>
          <a:prstGeom prst="ellipse">
            <a:avLst/>
          </a:prstGeom>
          <a:solidFill>
            <a:srgbClr val="0A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47704" y="329184"/>
            <a:ext cx="36576" cy="36576"/>
          </a:xfrm>
          <a:prstGeom prst="ellipse">
            <a:avLst/>
          </a:prstGeom>
          <a:solidFill>
            <a:srgbClr val="0A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09960" y="448056"/>
            <a:ext cx="36576" cy="36576"/>
          </a:xfrm>
          <a:prstGeom prst="ellipse">
            <a:avLst/>
          </a:prstGeom>
          <a:solidFill>
            <a:srgbClr val="0A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228832" y="448056"/>
            <a:ext cx="36576" cy="36576"/>
          </a:xfrm>
          <a:prstGeom prst="ellipse">
            <a:avLst/>
          </a:prstGeom>
          <a:solidFill>
            <a:srgbClr val="0A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347704" y="448056"/>
            <a:ext cx="36576" cy="36576"/>
          </a:xfrm>
          <a:prstGeom prst="ellipse">
            <a:avLst/>
          </a:prstGeom>
          <a:solidFill>
            <a:srgbClr val="0A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09960" y="566928"/>
            <a:ext cx="36576" cy="36576"/>
          </a:xfrm>
          <a:prstGeom prst="ellipse">
            <a:avLst/>
          </a:prstGeom>
          <a:solidFill>
            <a:srgbClr val="0A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228832" y="566928"/>
            <a:ext cx="36576" cy="36576"/>
          </a:xfrm>
          <a:prstGeom prst="ellipse">
            <a:avLst/>
          </a:prstGeom>
          <a:solidFill>
            <a:srgbClr val="0A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47704" y="566928"/>
            <a:ext cx="36576" cy="36576"/>
          </a:xfrm>
          <a:prstGeom prst="ellipse">
            <a:avLst/>
          </a:prstGeom>
          <a:solidFill>
            <a:srgbClr val="0A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8680" y="1536192"/>
            <a:ext cx="438912" cy="347472"/>
          </a:xfrm>
          <a:prstGeom prst="roundRect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53312" y="1527048"/>
            <a:ext cx="379476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81912" y="1563624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5213D"/>
                </a:solidFill>
                <a:latin typeface="Aptos"/>
              </a:rPr>
              <a:t>employee.py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2103120"/>
            <a:ext cx="438912" cy="347472"/>
          </a:xfrm>
          <a:prstGeom prst="roundRect">
            <a:avLst/>
          </a:prstGeom>
          <a:solidFill>
            <a:srgbClr val="0A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53312" y="2093976"/>
            <a:ext cx="379476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81912" y="2130551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5213D"/>
                </a:solidFill>
                <a:latin typeface="Aptos"/>
              </a:rPr>
              <a:t>employee_record.py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2670048"/>
            <a:ext cx="438912" cy="347472"/>
          </a:xfrm>
          <a:prstGeom prst="roundRect">
            <a:avLst/>
          </a:prstGeom>
          <a:solidFill>
            <a:srgbClr val="F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53312" y="2660904"/>
            <a:ext cx="379476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81912" y="2697479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5213D"/>
                </a:solidFill>
                <a:latin typeface="Aptos"/>
              </a:rPr>
              <a:t>erm.py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3236976"/>
            <a:ext cx="438912" cy="347472"/>
          </a:xfrm>
          <a:prstGeom prst="roundRect">
            <a:avLst/>
          </a:prstGeom>
          <a:solidFill>
            <a:srgbClr val="A0B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53312" y="3227832"/>
            <a:ext cx="379476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81912" y="3264408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5213D"/>
                </a:solidFill>
                <a:latin typeface="Aptos"/>
              </a:rPr>
              <a:t>payroll.py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3803904"/>
            <a:ext cx="438912" cy="347472"/>
          </a:xfrm>
          <a:prstGeom prst="roundRect">
            <a:avLst/>
          </a:prstGeom>
          <a:solidFill>
            <a:srgbClr val="EC4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53312" y="3794760"/>
            <a:ext cx="379476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81912" y="3831336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5213D"/>
                </a:solidFill>
                <a:latin typeface="Aptos"/>
              </a:rPr>
              <a:t>validation.py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4370832"/>
            <a:ext cx="438912" cy="347472"/>
          </a:xfrm>
          <a:prstGeom prst="roundRect">
            <a:avLst/>
          </a:prstGeom>
          <a:solidFill>
            <a:srgbClr val="6F4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53312" y="4361688"/>
            <a:ext cx="379476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581912" y="4398264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5213D"/>
                </a:solidFill>
                <a:latin typeface="Aptos"/>
              </a:rPr>
              <a:t>main.py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2103120"/>
            <a:ext cx="1691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B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394192" y="2267712"/>
            <a:ext cx="1048816" cy="219456"/>
          </a:xfrm>
          <a:prstGeom prst="roundRect">
            <a:avLst/>
          </a:prstGeom>
          <a:solidFill>
            <a:srgbClr val="0A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430768" y="2651760"/>
            <a:ext cx="219456" cy="219456"/>
          </a:xfrm>
          <a:prstGeom prst="ellipse">
            <a:avLst/>
          </a:prstGeom>
          <a:solidFill>
            <a:srgbClr val="84A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705088" y="2670048"/>
            <a:ext cx="879652" cy="146304"/>
          </a:xfrm>
          <a:prstGeom prst="roundRect">
            <a:avLst/>
          </a:prstGeom>
          <a:solidFill>
            <a:srgbClr val="E5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430768" y="3154680"/>
            <a:ext cx="219456" cy="219456"/>
          </a:xfrm>
          <a:prstGeom prst="ellipse">
            <a:avLst/>
          </a:prstGeom>
          <a:solidFill>
            <a:srgbClr val="84A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705088" y="3172968"/>
            <a:ext cx="879652" cy="146304"/>
          </a:xfrm>
          <a:prstGeom prst="roundRect">
            <a:avLst/>
          </a:prstGeom>
          <a:solidFill>
            <a:srgbClr val="E5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430768" y="3657600"/>
            <a:ext cx="219456" cy="219456"/>
          </a:xfrm>
          <a:prstGeom prst="ellipse">
            <a:avLst/>
          </a:prstGeom>
          <a:solidFill>
            <a:srgbClr val="84A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705088" y="3675887"/>
            <a:ext cx="879652" cy="146304"/>
          </a:xfrm>
          <a:prstGeom prst="roundRect">
            <a:avLst/>
          </a:prstGeom>
          <a:solidFill>
            <a:srgbClr val="E5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138160" y="3291840"/>
            <a:ext cx="1005840" cy="548640"/>
          </a:xfrm>
          <a:prstGeom prst="roundRect">
            <a:avLst/>
          </a:prstGeom>
          <a:solidFill>
            <a:srgbClr val="F7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640080" y="-320040"/>
            <a:ext cx="2743200" cy="1554480"/>
          </a:xfrm>
          <a:prstGeom prst="arc">
            <a:avLst/>
          </a:prstGeom>
          <a:noFill/>
          <a:ln w="254000">
            <a:solidFill>
              <a:srgbClr val="D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228600" y="5715000"/>
            <a:ext cx="2926080" cy="1737360"/>
          </a:xfrm>
          <a:prstGeom prst="arc">
            <a:avLst/>
          </a:prstGeom>
          <a:noFill/>
          <a:ln w="254000">
            <a:solidFill>
              <a:srgbClr val="DB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875520" y="-91440"/>
            <a:ext cx="2651760" cy="1463040"/>
          </a:xfrm>
          <a:prstGeom prst="arc">
            <a:avLst/>
          </a:prstGeom>
          <a:noFill/>
          <a:ln w="254000">
            <a:solidFill>
              <a:srgbClr val="EC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9784080" y="5440680"/>
            <a:ext cx="2651760" cy="1554480"/>
          </a:xfrm>
          <a:prstGeom prst="arc">
            <a:avLst/>
          </a:prstGeom>
          <a:noFill/>
          <a:ln w="254000">
            <a:solidFill>
              <a:srgbClr val="E1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20040" y="256032"/>
            <a:ext cx="457200" cy="457200"/>
          </a:xfrm>
          <a:prstGeom prst="ellipse">
            <a:avLst/>
          </a:prstGeom>
          <a:solidFill>
            <a:srgbClr val="6F46C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4320"/>
            <a:ext cx="2148840" cy="384048"/>
          </a:xfrm>
          <a:prstGeom prst="roundRect">
            <a:avLst/>
          </a:prstGeom>
          <a:solidFill>
            <a:srgbClr val="6F4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8" name="Oval 7"/>
          <p:cNvSpPr/>
          <p:nvPr/>
        </p:nvSpPr>
        <p:spPr>
          <a:xfrm>
            <a:off x="11109960" y="329184"/>
            <a:ext cx="36576" cy="36576"/>
          </a:xfrm>
          <a:prstGeom prst="ellipse">
            <a:avLst/>
          </a:prstGeom>
          <a:solidFill>
            <a:srgbClr val="6F4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228832" y="329184"/>
            <a:ext cx="36576" cy="36576"/>
          </a:xfrm>
          <a:prstGeom prst="ellipse">
            <a:avLst/>
          </a:prstGeom>
          <a:solidFill>
            <a:srgbClr val="6F4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47704" y="329184"/>
            <a:ext cx="36576" cy="36576"/>
          </a:xfrm>
          <a:prstGeom prst="ellipse">
            <a:avLst/>
          </a:prstGeom>
          <a:solidFill>
            <a:srgbClr val="6F4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09960" y="448056"/>
            <a:ext cx="36576" cy="36576"/>
          </a:xfrm>
          <a:prstGeom prst="ellipse">
            <a:avLst/>
          </a:prstGeom>
          <a:solidFill>
            <a:srgbClr val="6F4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228832" y="448056"/>
            <a:ext cx="36576" cy="36576"/>
          </a:xfrm>
          <a:prstGeom prst="ellipse">
            <a:avLst/>
          </a:prstGeom>
          <a:solidFill>
            <a:srgbClr val="6F4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347704" y="448056"/>
            <a:ext cx="36576" cy="36576"/>
          </a:xfrm>
          <a:prstGeom prst="ellipse">
            <a:avLst/>
          </a:prstGeom>
          <a:solidFill>
            <a:srgbClr val="6F4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09960" y="566928"/>
            <a:ext cx="36576" cy="36576"/>
          </a:xfrm>
          <a:prstGeom prst="ellipse">
            <a:avLst/>
          </a:prstGeom>
          <a:solidFill>
            <a:srgbClr val="6F4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228832" y="566928"/>
            <a:ext cx="36576" cy="36576"/>
          </a:xfrm>
          <a:prstGeom prst="ellipse">
            <a:avLst/>
          </a:prstGeom>
          <a:solidFill>
            <a:srgbClr val="6F4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47704" y="566928"/>
            <a:ext cx="36576" cy="36576"/>
          </a:xfrm>
          <a:prstGeom prst="ellipse">
            <a:avLst/>
          </a:prstGeom>
          <a:solidFill>
            <a:srgbClr val="6F4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4360" y="1325880"/>
            <a:ext cx="26060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8680" y="1783080"/>
            <a:ext cx="1874519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F4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33271" y="1947672"/>
            <a:ext cx="1162202" cy="219456"/>
          </a:xfrm>
          <a:prstGeom prst="roundRect">
            <a:avLst/>
          </a:prstGeom>
          <a:solidFill>
            <a:srgbClr val="6F4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69848" y="2331720"/>
            <a:ext cx="219456" cy="219456"/>
          </a:xfrm>
          <a:prstGeom prst="ellipse">
            <a:avLst/>
          </a:prstGeom>
          <a:solidFill>
            <a:srgbClr val="84A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344168" y="2350008"/>
            <a:ext cx="974750" cy="146304"/>
          </a:xfrm>
          <a:prstGeom prst="roundRect">
            <a:avLst/>
          </a:prstGeom>
          <a:solidFill>
            <a:srgbClr val="E5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69848" y="2834639"/>
            <a:ext cx="219456" cy="219456"/>
          </a:xfrm>
          <a:prstGeom prst="ellipse">
            <a:avLst/>
          </a:prstGeom>
          <a:solidFill>
            <a:srgbClr val="84A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344168" y="2852928"/>
            <a:ext cx="974750" cy="146304"/>
          </a:xfrm>
          <a:prstGeom prst="roundRect">
            <a:avLst/>
          </a:prstGeom>
          <a:solidFill>
            <a:srgbClr val="E5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69848" y="3337560"/>
            <a:ext cx="219456" cy="219456"/>
          </a:xfrm>
          <a:prstGeom prst="ellipse">
            <a:avLst/>
          </a:prstGeom>
          <a:solidFill>
            <a:srgbClr val="84A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344168" y="3355848"/>
            <a:ext cx="974750" cy="146304"/>
          </a:xfrm>
          <a:prstGeom prst="roundRect">
            <a:avLst/>
          </a:prstGeom>
          <a:solidFill>
            <a:srgbClr val="E5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97480" y="3063240"/>
            <a:ext cx="164592" cy="164592"/>
          </a:xfrm>
          <a:prstGeom prst="ellipse">
            <a:avLst/>
          </a:prstGeom>
          <a:solidFill>
            <a:srgbClr val="6F4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880360" y="3273552"/>
            <a:ext cx="109728" cy="109728"/>
          </a:xfrm>
          <a:prstGeom prst="ellipse">
            <a:avLst/>
          </a:prstGeom>
          <a:solidFill>
            <a:srgbClr val="6F4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770632" y="3511296"/>
            <a:ext cx="91440" cy="91440"/>
          </a:xfrm>
          <a:prstGeom prst="ellipse">
            <a:avLst/>
          </a:prstGeom>
          <a:solidFill>
            <a:srgbClr val="6F4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29000" y="16002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900">
                <a:solidFill>
                  <a:srgbClr val="15213D"/>
                </a:solidFill>
                <a:latin typeface="Aptos"/>
              </a:rPr>
              <a:t>• Add, View, Update, Delete Employee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15213D"/>
                </a:solidFill>
                <a:latin typeface="Aptos"/>
              </a:rPr>
              <a:t>• Search Employee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15213D"/>
                </a:solidFill>
                <a:latin typeface="Aptos"/>
              </a:rPr>
              <a:t>• Payroll Calculation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15213D"/>
                </a:solidFill>
                <a:latin typeface="Aptos"/>
              </a:rPr>
              <a:t>• Phone No Validation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15213D"/>
                </a:solidFill>
                <a:latin typeface="Aptos"/>
              </a:rPr>
              <a:t>• Highest Paid Employee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640080" y="-320040"/>
            <a:ext cx="2743200" cy="1554480"/>
          </a:xfrm>
          <a:prstGeom prst="arc">
            <a:avLst/>
          </a:prstGeom>
          <a:noFill/>
          <a:ln w="254000">
            <a:solidFill>
              <a:srgbClr val="D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228600" y="5715000"/>
            <a:ext cx="2926080" cy="1737360"/>
          </a:xfrm>
          <a:prstGeom prst="arc">
            <a:avLst/>
          </a:prstGeom>
          <a:noFill/>
          <a:ln w="254000">
            <a:solidFill>
              <a:srgbClr val="DB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875520" y="-91440"/>
            <a:ext cx="2651760" cy="1463040"/>
          </a:xfrm>
          <a:prstGeom prst="arc">
            <a:avLst/>
          </a:prstGeom>
          <a:noFill/>
          <a:ln w="254000">
            <a:solidFill>
              <a:srgbClr val="EC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9784080" y="5440680"/>
            <a:ext cx="2651760" cy="1554480"/>
          </a:xfrm>
          <a:prstGeom prst="arc">
            <a:avLst/>
          </a:prstGeom>
          <a:noFill/>
          <a:ln w="254000">
            <a:solidFill>
              <a:srgbClr val="E1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20040" y="256032"/>
            <a:ext cx="457200" cy="457200"/>
          </a:xfrm>
          <a:prstGeom prst="ellipse">
            <a:avLst/>
          </a:prstGeom>
          <a:solidFill>
            <a:srgbClr val="2469D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WF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4320"/>
            <a:ext cx="2148840" cy="384048"/>
          </a:xfrm>
          <a:prstGeom prst="roundRect">
            <a:avLst/>
          </a:prstGeom>
          <a:solidFill>
            <a:srgbClr val="246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8" name="Oval 7"/>
          <p:cNvSpPr/>
          <p:nvPr/>
        </p:nvSpPr>
        <p:spPr>
          <a:xfrm>
            <a:off x="11109960" y="329184"/>
            <a:ext cx="36576" cy="36576"/>
          </a:xfrm>
          <a:prstGeom prst="ellipse">
            <a:avLst/>
          </a:prstGeom>
          <a:solidFill>
            <a:srgbClr val="246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228832" y="329184"/>
            <a:ext cx="36576" cy="36576"/>
          </a:xfrm>
          <a:prstGeom prst="ellipse">
            <a:avLst/>
          </a:prstGeom>
          <a:solidFill>
            <a:srgbClr val="246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47704" y="329184"/>
            <a:ext cx="36576" cy="36576"/>
          </a:xfrm>
          <a:prstGeom prst="ellipse">
            <a:avLst/>
          </a:prstGeom>
          <a:solidFill>
            <a:srgbClr val="246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09960" y="448056"/>
            <a:ext cx="36576" cy="36576"/>
          </a:xfrm>
          <a:prstGeom prst="ellipse">
            <a:avLst/>
          </a:prstGeom>
          <a:solidFill>
            <a:srgbClr val="246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228832" y="448056"/>
            <a:ext cx="36576" cy="36576"/>
          </a:xfrm>
          <a:prstGeom prst="ellipse">
            <a:avLst/>
          </a:prstGeom>
          <a:solidFill>
            <a:srgbClr val="246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347704" y="448056"/>
            <a:ext cx="36576" cy="36576"/>
          </a:xfrm>
          <a:prstGeom prst="ellipse">
            <a:avLst/>
          </a:prstGeom>
          <a:solidFill>
            <a:srgbClr val="246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09960" y="566928"/>
            <a:ext cx="36576" cy="36576"/>
          </a:xfrm>
          <a:prstGeom prst="ellipse">
            <a:avLst/>
          </a:prstGeom>
          <a:solidFill>
            <a:srgbClr val="246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228832" y="566928"/>
            <a:ext cx="36576" cy="36576"/>
          </a:xfrm>
          <a:prstGeom prst="ellipse">
            <a:avLst/>
          </a:prstGeom>
          <a:solidFill>
            <a:srgbClr val="246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47704" y="566928"/>
            <a:ext cx="36576" cy="36576"/>
          </a:xfrm>
          <a:prstGeom prst="ellipse">
            <a:avLst/>
          </a:prstGeom>
          <a:solidFill>
            <a:srgbClr val="246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41832" y="1508760"/>
            <a:ext cx="502920" cy="502920"/>
          </a:xfrm>
          <a:prstGeom prst="ellipse">
            <a:avLst/>
          </a:prstGeom>
          <a:solidFill>
            <a:srgbClr val="754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1901952"/>
            <a:ext cx="13258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754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2148840"/>
            <a:ext cx="1051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7548E2"/>
                </a:solidFill>
                <a:latin typeface="Aptos"/>
              </a:rPr>
              <a:t>Menu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2834640"/>
            <a:ext cx="1106424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5213D"/>
                </a:solidFill>
                <a:latin typeface="Aptos"/>
              </a:rPr>
              <a:t>User is presented</a:t>
            </a:r>
            <a:br/>
            <a:r>
              <a:rPr sz="1300" b="0">
                <a:solidFill>
                  <a:srgbClr val="15213D"/>
                </a:solidFill>
                <a:latin typeface="Aptos"/>
              </a:rPr>
              <a:t>with the main</a:t>
            </a:r>
            <a:br/>
            <a:r>
              <a:rPr sz="1300" b="0">
                <a:solidFill>
                  <a:srgbClr val="15213D"/>
                </a:solidFill>
                <a:latin typeface="Aptos"/>
              </a:rPr>
              <a:t>menu.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" y="3977639"/>
            <a:ext cx="502920" cy="292608"/>
          </a:xfrm>
          <a:prstGeom prst="roundRect">
            <a:avLst/>
          </a:prstGeom>
          <a:solidFill>
            <a:srgbClr val="754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993392" y="2743200"/>
            <a:ext cx="384048" cy="201168"/>
          </a:xfrm>
          <a:prstGeom prst="rightArrow">
            <a:avLst/>
          </a:prstGeom>
          <a:solidFill>
            <a:srgbClr val="43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679191" y="1508760"/>
            <a:ext cx="502920" cy="502920"/>
          </a:xfrm>
          <a:prstGeom prst="ellipse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1901952"/>
            <a:ext cx="148132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2E7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68879" y="2148840"/>
            <a:ext cx="12070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E72DB"/>
                </a:solidFill>
                <a:latin typeface="Aptos"/>
              </a:rPr>
              <a:t>Employee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1448" y="2834640"/>
            <a:ext cx="126187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5213D"/>
                </a:solidFill>
                <a:latin typeface="Aptos"/>
              </a:rPr>
              <a:t>User selects and</a:t>
            </a:r>
            <a:br/>
            <a:r>
              <a:rPr sz="1300" b="0">
                <a:solidFill>
                  <a:srgbClr val="15213D"/>
                </a:solidFill>
                <a:latin typeface="Aptos"/>
              </a:rPr>
              <a:t>performs employee</a:t>
            </a:r>
            <a:br/>
            <a:r>
              <a:rPr sz="1300" b="0">
                <a:solidFill>
                  <a:srgbClr val="15213D"/>
                </a:solidFill>
                <a:latin typeface="Aptos"/>
              </a:rPr>
              <a:t>operations.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15768" y="3977639"/>
            <a:ext cx="502920" cy="292608"/>
          </a:xfrm>
          <a:prstGeom prst="roundRect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886200" y="2743200"/>
            <a:ext cx="384048" cy="201168"/>
          </a:xfrm>
          <a:prstGeom prst="rightArrow">
            <a:avLst/>
          </a:prstGeom>
          <a:solidFill>
            <a:srgbClr val="43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07992" y="1508760"/>
            <a:ext cx="502920" cy="502920"/>
          </a:xfrm>
          <a:prstGeom prst="ellipse">
            <a:avLst/>
          </a:prstGeom>
          <a:solidFill>
            <a:srgbClr val="2EB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1901952"/>
            <a:ext cx="135331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2EB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97680" y="2148840"/>
            <a:ext cx="107899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EB445"/>
                </a:solidFill>
                <a:latin typeface="Aptos"/>
              </a:rPr>
              <a:t>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0248" y="2834640"/>
            <a:ext cx="113385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5213D"/>
                </a:solidFill>
                <a:latin typeface="Aptos"/>
              </a:rPr>
              <a:t>Input details are</a:t>
            </a:r>
            <a:br/>
            <a:r>
              <a:rPr sz="1300" b="0">
                <a:solidFill>
                  <a:srgbClr val="15213D"/>
                </a:solidFill>
                <a:latin typeface="Aptos"/>
              </a:rPr>
              <a:t>validated for</a:t>
            </a:r>
            <a:br/>
            <a:r>
              <a:rPr sz="1300" b="0">
                <a:solidFill>
                  <a:srgbClr val="15213D"/>
                </a:solidFill>
                <a:latin typeface="Aptos"/>
              </a:rPr>
              <a:t>accuracy.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44568" y="3977639"/>
            <a:ext cx="502920" cy="292608"/>
          </a:xfrm>
          <a:prstGeom prst="roundRect">
            <a:avLst/>
          </a:prstGeom>
          <a:solidFill>
            <a:srgbClr val="2EB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586983" y="2743200"/>
            <a:ext cx="384048" cy="201168"/>
          </a:xfrm>
          <a:prstGeom prst="rightArrow">
            <a:avLst/>
          </a:prstGeom>
          <a:solidFill>
            <a:srgbClr val="43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428232" y="1508760"/>
            <a:ext cx="502920" cy="502920"/>
          </a:xfrm>
          <a:prstGeom prst="ellipse">
            <a:avLst/>
          </a:prstGeom>
          <a:solidFill>
            <a:srgbClr val="F58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80760" y="1901952"/>
            <a:ext cx="15544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F58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0" y="2148840"/>
            <a:ext cx="1280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5841A"/>
                </a:solidFill>
                <a:latin typeface="Aptos"/>
              </a:rPr>
              <a:t>Payroll Management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0488" y="2834640"/>
            <a:ext cx="1335024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5213D"/>
                </a:solidFill>
                <a:latin typeface="Aptos"/>
              </a:rPr>
              <a:t>Payroll is calculated</a:t>
            </a:r>
            <a:br/>
            <a:r>
              <a:rPr sz="1300" b="0">
                <a:solidFill>
                  <a:srgbClr val="15213D"/>
                </a:solidFill>
                <a:latin typeface="Aptos"/>
              </a:rPr>
              <a:t>and managed</a:t>
            </a:r>
            <a:br/>
            <a:r>
              <a:rPr sz="1300" b="0">
                <a:solidFill>
                  <a:srgbClr val="15213D"/>
                </a:solidFill>
                <a:latin typeface="Aptos"/>
              </a:rPr>
              <a:t>accordingly.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64808" y="3977639"/>
            <a:ext cx="502920" cy="292608"/>
          </a:xfrm>
          <a:prstGeom prst="roundRect">
            <a:avLst/>
          </a:prstGeom>
          <a:solidFill>
            <a:srgbClr val="F58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7708392" y="2743200"/>
            <a:ext cx="384048" cy="201168"/>
          </a:xfrm>
          <a:prstGeom prst="rightArrow">
            <a:avLst/>
          </a:prstGeom>
          <a:solidFill>
            <a:srgbClr val="43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439912" y="1508760"/>
            <a:ext cx="502920" cy="502920"/>
          </a:xfrm>
          <a:prstGeom prst="ellipse">
            <a:avLst/>
          </a:prstGeom>
          <a:solidFill>
            <a:srgbClr val="EC4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1901952"/>
            <a:ext cx="120700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C4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0" y="2148840"/>
            <a:ext cx="93268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C4D8B"/>
                </a:solidFill>
                <a:latin typeface="Aptos"/>
              </a:rPr>
              <a:t>Exit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02167" y="2834640"/>
            <a:ext cx="98755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5213D"/>
                </a:solidFill>
                <a:latin typeface="Aptos"/>
              </a:rPr>
              <a:t>User exits the</a:t>
            </a:r>
            <a:br/>
            <a:r>
              <a:rPr sz="1300" b="0">
                <a:solidFill>
                  <a:srgbClr val="15213D"/>
                </a:solidFill>
                <a:latin typeface="Aptos"/>
              </a:rPr>
              <a:t>system.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76488" y="3977639"/>
            <a:ext cx="502920" cy="292608"/>
          </a:xfrm>
          <a:prstGeom prst="roundRect">
            <a:avLst/>
          </a:prstGeom>
          <a:solidFill>
            <a:srgbClr val="EC4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8E3A4F-E8D0-B0BF-78E3-BFCB57CCC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84" y="495605"/>
            <a:ext cx="2560542" cy="22180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28DE61-E68A-4B2A-3D52-01964F42E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830" y="495605"/>
            <a:ext cx="2380339" cy="221809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120187-F1AD-0164-3D5E-E927623BB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339" y="495605"/>
            <a:ext cx="3835048" cy="8720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332AC7-7031-AE3C-5579-A0A184D184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1339" y="1604654"/>
            <a:ext cx="3835048" cy="8720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B7B9B5-706F-A4CE-9ED6-52A7969CE0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225" y="3120816"/>
            <a:ext cx="3520161" cy="27883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680955-1ABA-25D3-FC0F-2FC484B7ED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7157" y="3120816"/>
            <a:ext cx="2957643" cy="27883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83757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926080" cy="502920"/>
          </a:xfrm>
          <a:prstGeom prst="roundRect">
            <a:avLst/>
          </a:prstGeom>
          <a:solidFill>
            <a:srgbClr val="23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 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23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142846"/>
                </a:solidFill>
              </a:defRPr>
            </a:pPr>
            <a:r>
              <a:t>The project successfully</a:t>
            </a:r>
          </a:p>
          <a:p>
            <a:pPr>
              <a:defRPr sz="2200">
                <a:solidFill>
                  <a:srgbClr val="142846"/>
                </a:solidFill>
              </a:defRPr>
            </a:pPr>
            <a:r>
              <a:t>demonstrates Python OOP</a:t>
            </a:r>
          </a:p>
          <a:p>
            <a:pPr>
              <a:defRPr sz="2200">
                <a:solidFill>
                  <a:srgbClr val="142846"/>
                </a:solidFill>
              </a:defRPr>
            </a:pPr>
            <a:r>
              <a:t>concepts while providing</a:t>
            </a:r>
          </a:p>
          <a:p>
            <a:pPr>
              <a:defRPr sz="2200">
                <a:solidFill>
                  <a:srgbClr val="142846"/>
                </a:solidFill>
              </a:defRPr>
            </a:pPr>
            <a:r>
              <a:t>an efficient employee</a:t>
            </a:r>
          </a:p>
          <a:p>
            <a:pPr>
              <a:defRPr sz="2200">
                <a:solidFill>
                  <a:srgbClr val="142846"/>
                </a:solidFill>
              </a:defRPr>
            </a:pPr>
            <a:r>
              <a:t>management solution.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828800"/>
            <a:ext cx="2743200" cy="1828800"/>
          </a:xfrm>
          <a:prstGeom prst="roundRect">
            <a:avLst/>
          </a:prstGeom>
          <a:solidFill>
            <a:srgbClr val="DCF5EB"/>
          </a:solidFill>
          <a:ln>
            <a:solidFill>
              <a:srgbClr val="23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👩‍💼</a:t>
            </a:r>
          </a:p>
          <a:p>
            <a:pPr algn="ctr">
              <a:defRPr sz="2000"/>
            </a:pPr>
            <a:r>
              <a:t>Employee</a:t>
            </a:r>
          </a:p>
          <a:p>
            <a:pPr algn="ctr">
              <a:defRPr sz="2000"/>
            </a:pPr>
            <a:r>
              <a:t>Dashboard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640080"/>
            <a:ext cx="54864" cy="54864"/>
          </a:xfrm>
          <a:prstGeom prst="ellipse">
            <a:avLst/>
          </a:prstGeom>
          <a:solidFill>
            <a:srgbClr val="23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52760" y="640080"/>
            <a:ext cx="54864" cy="54864"/>
          </a:xfrm>
          <a:prstGeom prst="ellipse">
            <a:avLst/>
          </a:prstGeom>
          <a:solidFill>
            <a:srgbClr val="23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789920" y="640080"/>
            <a:ext cx="54864" cy="54864"/>
          </a:xfrm>
          <a:prstGeom prst="ellipse">
            <a:avLst/>
          </a:prstGeom>
          <a:solidFill>
            <a:srgbClr val="23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27080" y="640080"/>
            <a:ext cx="54864" cy="54864"/>
          </a:xfrm>
          <a:prstGeom prst="ellipse">
            <a:avLst/>
          </a:prstGeom>
          <a:solidFill>
            <a:srgbClr val="23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64240" y="640080"/>
            <a:ext cx="54864" cy="54864"/>
          </a:xfrm>
          <a:prstGeom prst="ellipse">
            <a:avLst/>
          </a:prstGeom>
          <a:solidFill>
            <a:srgbClr val="23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640080" y="-320040"/>
            <a:ext cx="2743200" cy="1554480"/>
          </a:xfrm>
          <a:prstGeom prst="arc">
            <a:avLst/>
          </a:prstGeom>
          <a:noFill/>
          <a:ln w="254000">
            <a:solidFill>
              <a:srgbClr val="D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228600" y="5715000"/>
            <a:ext cx="2926080" cy="1737360"/>
          </a:xfrm>
          <a:prstGeom prst="arc">
            <a:avLst/>
          </a:prstGeom>
          <a:noFill/>
          <a:ln w="254000">
            <a:solidFill>
              <a:srgbClr val="DB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875520" y="-91440"/>
            <a:ext cx="2651760" cy="1463040"/>
          </a:xfrm>
          <a:prstGeom prst="arc">
            <a:avLst/>
          </a:prstGeom>
          <a:noFill/>
          <a:ln w="254000">
            <a:solidFill>
              <a:srgbClr val="EC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9784080" y="5440680"/>
            <a:ext cx="2651760" cy="1554480"/>
          </a:xfrm>
          <a:prstGeom prst="arc">
            <a:avLst/>
          </a:prstGeom>
          <a:noFill/>
          <a:ln w="254000">
            <a:solidFill>
              <a:srgbClr val="E1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20040" y="256032"/>
            <a:ext cx="457200" cy="457200"/>
          </a:xfrm>
          <a:prstGeom prst="ellipse">
            <a:avLst/>
          </a:prstGeom>
          <a:solidFill>
            <a:srgbClr val="2157D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274320"/>
            <a:ext cx="2148840" cy="384048"/>
          </a:xfrm>
          <a:prstGeom prst="roundRect">
            <a:avLst/>
          </a:prstGeom>
          <a:solidFill>
            <a:srgbClr val="21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8" name="Oval 7"/>
          <p:cNvSpPr/>
          <p:nvPr/>
        </p:nvSpPr>
        <p:spPr>
          <a:xfrm>
            <a:off x="11109960" y="329184"/>
            <a:ext cx="36576" cy="36576"/>
          </a:xfrm>
          <a:prstGeom prst="ellipse">
            <a:avLst/>
          </a:prstGeom>
          <a:solidFill>
            <a:srgbClr val="21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228832" y="329184"/>
            <a:ext cx="36576" cy="36576"/>
          </a:xfrm>
          <a:prstGeom prst="ellipse">
            <a:avLst/>
          </a:prstGeom>
          <a:solidFill>
            <a:srgbClr val="21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47704" y="329184"/>
            <a:ext cx="36576" cy="36576"/>
          </a:xfrm>
          <a:prstGeom prst="ellipse">
            <a:avLst/>
          </a:prstGeom>
          <a:solidFill>
            <a:srgbClr val="21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09960" y="448056"/>
            <a:ext cx="36576" cy="36576"/>
          </a:xfrm>
          <a:prstGeom prst="ellipse">
            <a:avLst/>
          </a:prstGeom>
          <a:solidFill>
            <a:srgbClr val="21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228832" y="448056"/>
            <a:ext cx="36576" cy="36576"/>
          </a:xfrm>
          <a:prstGeom prst="ellipse">
            <a:avLst/>
          </a:prstGeom>
          <a:solidFill>
            <a:srgbClr val="21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347704" y="448056"/>
            <a:ext cx="36576" cy="36576"/>
          </a:xfrm>
          <a:prstGeom prst="ellipse">
            <a:avLst/>
          </a:prstGeom>
          <a:solidFill>
            <a:srgbClr val="21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09960" y="566928"/>
            <a:ext cx="36576" cy="36576"/>
          </a:xfrm>
          <a:prstGeom prst="ellipse">
            <a:avLst/>
          </a:prstGeom>
          <a:solidFill>
            <a:srgbClr val="21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228832" y="566928"/>
            <a:ext cx="36576" cy="36576"/>
          </a:xfrm>
          <a:prstGeom prst="ellipse">
            <a:avLst/>
          </a:prstGeom>
          <a:solidFill>
            <a:srgbClr val="21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47704" y="566928"/>
            <a:ext cx="36576" cy="36576"/>
          </a:xfrm>
          <a:prstGeom prst="ellipse">
            <a:avLst/>
          </a:prstGeom>
          <a:solidFill>
            <a:srgbClr val="21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881360" y="685800"/>
            <a:ext cx="36576" cy="36576"/>
          </a:xfrm>
          <a:prstGeom prst="ellipse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000232" y="685800"/>
            <a:ext cx="36576" cy="36576"/>
          </a:xfrm>
          <a:prstGeom prst="ellipse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119104" y="685800"/>
            <a:ext cx="36576" cy="36576"/>
          </a:xfrm>
          <a:prstGeom prst="ellipse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881360" y="804672"/>
            <a:ext cx="36576" cy="36576"/>
          </a:xfrm>
          <a:prstGeom prst="ellipse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000232" y="804672"/>
            <a:ext cx="36576" cy="36576"/>
          </a:xfrm>
          <a:prstGeom prst="ellipse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119104" y="804672"/>
            <a:ext cx="36576" cy="36576"/>
          </a:xfrm>
          <a:prstGeom prst="ellipse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881360" y="923544"/>
            <a:ext cx="36576" cy="36576"/>
          </a:xfrm>
          <a:prstGeom prst="ellipse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000232" y="923544"/>
            <a:ext cx="36576" cy="36576"/>
          </a:xfrm>
          <a:prstGeom prst="ellipse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119104" y="923544"/>
            <a:ext cx="36576" cy="36576"/>
          </a:xfrm>
          <a:prstGeom prst="ellipse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rc 25"/>
          <p:cNvSpPr/>
          <p:nvPr/>
        </p:nvSpPr>
        <p:spPr>
          <a:xfrm>
            <a:off x="-594360" y="4983480"/>
            <a:ext cx="3474720" cy="2103120"/>
          </a:xfrm>
          <a:prstGeom prst="arc">
            <a:avLst/>
          </a:prstGeom>
          <a:noFill/>
          <a:ln w="431800">
            <a:solidFill>
              <a:srgbClr val="246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20240" y="21031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12398F"/>
                </a:solidFill>
                <a:latin typeface="Aptos"/>
              </a:rPr>
              <a:t>THANK YOU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2880360"/>
            <a:ext cx="502920" cy="18288"/>
          </a:xfrm>
          <a:prstGeom prst="rect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60720" y="2880360"/>
            <a:ext cx="502920" cy="18288"/>
          </a:xfrm>
          <a:prstGeom prst="rect">
            <a:avLst/>
          </a:prstGeom>
          <a:solidFill>
            <a:srgbClr val="2E7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840480" y="4572000"/>
            <a:ext cx="201168" cy="201168"/>
          </a:xfrm>
          <a:prstGeom prst="ellipse">
            <a:avLst/>
          </a:prstGeom>
          <a:solidFill>
            <a:srgbClr val="123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Isosceles Triangle 30"/>
          <p:cNvSpPr/>
          <p:nvPr/>
        </p:nvSpPr>
        <p:spPr>
          <a:xfrm>
            <a:off x="3822192" y="4709160"/>
            <a:ext cx="274320" cy="685800"/>
          </a:xfrm>
          <a:prstGeom prst="triangle">
            <a:avLst/>
          </a:prstGeom>
          <a:solidFill>
            <a:srgbClr val="123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462272" y="4572000"/>
            <a:ext cx="201168" cy="201168"/>
          </a:xfrm>
          <a:prstGeom prst="ellipse">
            <a:avLst/>
          </a:prstGeom>
          <a:solidFill>
            <a:srgbClr val="123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Isosceles Triangle 32"/>
          <p:cNvSpPr/>
          <p:nvPr/>
        </p:nvSpPr>
        <p:spPr>
          <a:xfrm>
            <a:off x="4443984" y="4709160"/>
            <a:ext cx="274320" cy="685800"/>
          </a:xfrm>
          <a:prstGeom prst="triangle">
            <a:avLst/>
          </a:prstGeom>
          <a:solidFill>
            <a:srgbClr val="123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084064" y="4572000"/>
            <a:ext cx="201168" cy="201168"/>
          </a:xfrm>
          <a:prstGeom prst="ellipse">
            <a:avLst/>
          </a:prstGeom>
          <a:solidFill>
            <a:srgbClr val="123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Isosceles Triangle 34"/>
          <p:cNvSpPr/>
          <p:nvPr/>
        </p:nvSpPr>
        <p:spPr>
          <a:xfrm>
            <a:off x="5065776" y="4709160"/>
            <a:ext cx="274320" cy="685800"/>
          </a:xfrm>
          <a:prstGeom prst="triangle">
            <a:avLst/>
          </a:prstGeom>
          <a:solidFill>
            <a:srgbClr val="123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705856" y="4572000"/>
            <a:ext cx="201168" cy="201168"/>
          </a:xfrm>
          <a:prstGeom prst="ellipse">
            <a:avLst/>
          </a:prstGeom>
          <a:solidFill>
            <a:srgbClr val="123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Isosceles Triangle 36"/>
          <p:cNvSpPr/>
          <p:nvPr/>
        </p:nvSpPr>
        <p:spPr>
          <a:xfrm>
            <a:off x="5687568" y="4709160"/>
            <a:ext cx="274320" cy="685800"/>
          </a:xfrm>
          <a:prstGeom prst="triangle">
            <a:avLst/>
          </a:prstGeom>
          <a:solidFill>
            <a:srgbClr val="123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327648" y="4572000"/>
            <a:ext cx="201168" cy="201168"/>
          </a:xfrm>
          <a:prstGeom prst="ellipse">
            <a:avLst/>
          </a:prstGeom>
          <a:solidFill>
            <a:srgbClr val="123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Isosceles Triangle 38"/>
          <p:cNvSpPr/>
          <p:nvPr/>
        </p:nvSpPr>
        <p:spPr>
          <a:xfrm>
            <a:off x="6309360" y="4709160"/>
            <a:ext cx="274320" cy="685800"/>
          </a:xfrm>
          <a:prstGeom prst="triangle">
            <a:avLst/>
          </a:prstGeom>
          <a:solidFill>
            <a:srgbClr val="123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294</Words>
  <Application>Microsoft Office PowerPoint</Application>
  <PresentationFormat>Widescreen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Abarna R</cp:lastModifiedBy>
  <cp:revision>2</cp:revision>
  <dcterms:created xsi:type="dcterms:W3CDTF">2013-01-27T09:14:16Z</dcterms:created>
  <dcterms:modified xsi:type="dcterms:W3CDTF">2026-07-03T08:55:54Z</dcterms:modified>
  <cp:category/>
</cp:coreProperties>
</file>